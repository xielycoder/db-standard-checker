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972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贯标助手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数据库表结构智能合规检测平台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2743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108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AI Agent 的数据库表结构贯标检测工具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支持命名规范、字段类型、索引设计、安全合规等五大维度自动检测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CodeBuddy Agent SDK  |  React + Electron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2743200"/>
            <a:ext cx="1097280" cy="10972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3474720"/>
            <a:ext cx="731520" cy="731520"/>
          </a:xfrm>
          <a:prstGeom prst="ellipse">
            <a:avLst/>
          </a:prstGeom>
          <a:solidFill>
            <a:srgbClr val="EA580C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2860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80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数据库合规现状与挑战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768096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874520"/>
            <a:ext cx="7315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产品方案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DB贯标助手核心能力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768096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46888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检测体系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五大贯标检测维度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063240"/>
            <a:ext cx="768096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063240"/>
            <a:ext cx="73152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 + 双模式运行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68096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657600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3657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演示场景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实际检测效果展示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4251960"/>
            <a:ext cx="7680960" cy="502920"/>
          </a:xfrm>
          <a:prstGeom prst="rect">
            <a:avLst>
              <a:gd name="adj" fmla="val 1454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4251960"/>
            <a:ext cx="7315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251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4592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自动化数据库治理趋势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行业痛点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数据库合规现状与挑战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数据库合规现状：触目惊心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$12.9M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年均数据质量损失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18872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企业数据质量首要挑战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DATAVERSITY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4688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元数据管理高成熟度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行业调研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3840480" cy="1005840"/>
          </a:xfrm>
          <a:prstGeom prst="rect">
            <a:avLst>
              <a:gd name="adj" fmla="val 727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834640"/>
            <a:ext cx="73152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生产力下降 20%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运营成本增加 30%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McKinsey 研究数据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2834640"/>
            <a:ext cx="3840480" cy="1005840"/>
          </a:xfrm>
          <a:prstGeom prst="rect">
            <a:avLst>
              <a:gd name="adj" fmla="val 727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83464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异构系统标准不统一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MES / ERP / PLM / OA 各自为政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2023年中国数据总量 32.9 ZB，治理能力严重滞后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传统检测方式的困境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840480" cy="1280160"/>
          </a:xfrm>
          <a:prstGeom prst="rect">
            <a:avLst>
              <a:gd name="adj" fmla="val 571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325880"/>
            <a:ext cx="411480" cy="41148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手工时代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TABLE 逐表检查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易遗漏、耗时长、无法规模化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280160"/>
          </a:xfrm>
          <a:prstGeom prst="rect">
            <a:avLst>
              <a:gd name="adj" fmla="val 571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325880"/>
            <a:ext cx="411480" cy="41148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脚本时代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每条规则单独脚本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维护成本螺旋上升，环境逻辑不同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7955280" cy="411480"/>
          </a:xfrm>
          <a:prstGeom prst="rect">
            <a:avLst>
              <a:gd name="adj" fmla="val 17778"/>
            </a:avLst>
          </a:prstGeom>
          <a:solidFill>
            <a:srgbClr val="0F766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7955280" cy="411480"/>
          </a:xfrm>
          <a:prstGeom prst="rect">
            <a:avLst>
              <a:gd name="adj" fmla="val 1777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审计响应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数小时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611880"/>
            <a:ext cx="7955280" cy="411480"/>
          </a:xfrm>
          <a:prstGeom prst="rect">
            <a:avLst>
              <a:gd name="adj" fmla="val 177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规则覆盖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人为遗漏不可避免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 100% 覆盖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023360"/>
            <a:ext cx="7955280" cy="411480"/>
          </a:xfrm>
          <a:prstGeom prst="rect">
            <a:avLst>
              <a:gd name="adj" fmla="val 1777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标准化工作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 40-60% 时间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接近 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480560"/>
            <a:ext cx="7955280" cy="411480"/>
          </a:xfrm>
          <a:prstGeom prst="rect">
            <a:avLst>
              <a:gd name="adj" fmla="val 1777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480560"/>
            <a:ext cx="73152" cy="4114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480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核心矛盾：数据规模指数增长，治理能力线性增长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DB贯标助手核心能力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贯标助手：AI 驱动的智能检测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CodeBuddy Agent SDK 的数据库表结构贯标检测工具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783080"/>
            <a:ext cx="365760" cy="36576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智能贯标检测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五大维度自动检测，输出合规评分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554480"/>
            <a:ext cx="73152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703320" y="1783080"/>
            <a:ext cx="365760" cy="3657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实时解析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粘贴 SQL 即可解析，零配置上手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54480"/>
            <a:ext cx="73152" cy="1371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1783080"/>
            <a:ext cx="365760" cy="365760"/>
          </a:xfrm>
          <a:prstGeom prst="ellipse">
            <a:avLst/>
          </a:prstGeom>
          <a:solidFill>
            <a:srgbClr val="EA580C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贯标规则配置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自定义检测规则，按业务域差异化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10896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108960"/>
            <a:ext cx="73152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3337560"/>
            <a:ext cx="365760" cy="36576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合规评分报告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自动评分+改进建议，可操作性强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310896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0" y="3108960"/>
            <a:ext cx="73152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3703320" y="3337560"/>
            <a:ext cx="365760" cy="3657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062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双模式运行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033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浏览器开发 + Electron 桌面端打包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108960"/>
            <a:ext cx="2468880" cy="1371600"/>
          </a:xfrm>
          <a:prstGeom prst="rect">
            <a:avLst>
              <a:gd name="adj" fmla="val 5333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108960"/>
            <a:ext cx="73152" cy="1371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46520" y="3337560"/>
            <a:ext cx="365760" cy="365760"/>
          </a:xfrm>
          <a:prstGeom prst="ellipse">
            <a:avLst/>
          </a:prstGeom>
          <a:solidFill>
            <a:srgbClr val="EA580C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494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体系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46520" y="3840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三种内置模式+可扩展模板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 Agent 协作体系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960120"/>
          </a:xfrm>
          <a:prstGeom prst="rect">
            <a:avLst>
              <a:gd name="adj" fmla="val 761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9144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325880"/>
            <a:ext cx="594360" cy="59436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表结构贯标检测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主检测 Agent，执行完整贯标检测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检测报告 + 合规评分 + 改进建议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7680960" cy="960120"/>
          </a:xfrm>
          <a:prstGeom prst="rect">
            <a:avLst>
              <a:gd name="adj" fmla="val 761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286000"/>
            <a:ext cx="91440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2423160"/>
            <a:ext cx="594360" cy="59436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贯标规则配置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管理和自定义贯标规则体系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377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规则配置 JSON/YAML 导出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7680960" cy="960120"/>
          </a:xfrm>
          <a:prstGeom prst="rect">
            <a:avLst>
              <a:gd name="adj" fmla="val 761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383280"/>
            <a:ext cx="91440" cy="9601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3520440"/>
            <a:ext cx="594360" cy="594360"/>
          </a:xfrm>
          <a:prstGeom prst="ellipse">
            <a:avLst/>
          </a:prstGeom>
          <a:solidFill>
            <a:srgbClr val="EA580C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解析分析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202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 SQL DDL 提取表结构信息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474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474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结构化表信息（字段/索引/约束）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7680960" cy="457200"/>
          </a:xfrm>
          <a:prstGeom prst="rect">
            <a:avLst>
              <a:gd name="adj" fmla="val 1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97280" y="4389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可扩展：安全合规检测  |  性能优化分析  |  迁移方案生成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检测体系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五大贯标检测维度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维度一 &amp; 二：命名规范 + 字段规范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3931920" cy="3474720"/>
          </a:xfrm>
          <a:prstGeom prst="rect">
            <a:avLst>
              <a:gd name="adj" fmla="val 210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命名规范检测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表名格式：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&lt;业务域&gt;_&lt;子域&gt;_&lt;表用途&gt;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如 order_trade_detail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字段名：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小写+下划线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如 user_id、created_time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索引名：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pk_/uk_/idx_ 前缀规范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外键名：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fk_&lt;从表&gt;_&lt;主表&gt;_&lt;字段&gt;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474720"/>
          </a:xfrm>
          <a:prstGeom prst="rect">
            <a:avLst>
              <a:gd name="adj" fmla="val 210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字段规范检测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必须包含 id 主键</a:t>
            </a:r>
            <a:endParaRPr lang="en-US" sz="1100" dirty="0"/>
          </a:p>
          <a:p>
            <a:pPr lvl="1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（BIGINT 自增或 UUID）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必须包含 created_time、updated_time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必须包含 created_by、updated_by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布尔字段 is_ 前缀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金额 DECIMAL(18,2)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97316"/>
                </a:solidFill>
              </a:rPr>
              <a:t>禁止 ENUM，使用 TINYINT 替代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维度三 &amp; 四 &amp; 五：索引 + 设计 + 安全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2697480" cy="3474720"/>
          </a:xfrm>
          <a:prstGeom prst="rect">
            <a:avLst>
              <a:gd name="adj" fmla="val 27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6974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索引规范检测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单表索引不超过 5 个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联合索引字段不超过 5 个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外键字段必须建索引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区分度低字段不应单独建索引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2697480" cy="3474720"/>
          </a:xfrm>
          <a:prstGeom prst="rect">
            <a:avLst>
              <a:gd name="adj" fmla="val 27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097280"/>
            <a:ext cx="26974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设计规范检测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禁止外键约束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单表字段不超过 30 个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大字段拆分子表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表和字段必须有 COMMENT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字符集统一 utf8mb4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697480" cy="3474720"/>
          </a:xfrm>
          <a:prstGeom prst="rect">
            <a:avLst>
              <a:gd name="adj" fmla="val 2712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97280"/>
            <a:ext cx="269748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安全合规检测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敏感字段必须加密存储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密码字段不可明文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日志表不记录敏感信息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智能评分报告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234440"/>
            <a:ext cx="4114800" cy="274320"/>
          </a:xfrm>
          <a:prstGeom prst="rect">
            <a:avLst>
              <a:gd name="adj" fmla="val 2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0" y="1234440"/>
            <a:ext cx="3497580" cy="274320"/>
          </a:xfrm>
          <a:prstGeom prst="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188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85/100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字段规范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737360"/>
            <a:ext cx="4114800" cy="274320"/>
          </a:xfrm>
          <a:prstGeom prst="rect">
            <a:avLst>
              <a:gd name="adj" fmla="val 2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0" y="1737360"/>
            <a:ext cx="2962656" cy="274320"/>
          </a:xfrm>
          <a:prstGeom prst="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91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72/100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索引规范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2240280"/>
            <a:ext cx="4114800" cy="274320"/>
          </a:xfrm>
          <a:prstGeom prst="rect">
            <a:avLst>
              <a:gd name="adj" fmla="val 2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0" y="2240280"/>
            <a:ext cx="3703320" cy="274320"/>
          </a:xfrm>
          <a:prstGeom prst="rect">
            <a:avLst>
              <a:gd name="adj" fmla="val 13333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743200"/>
            <a:ext cx="4114800" cy="274320"/>
          </a:xfrm>
          <a:prstGeom prst="rect">
            <a:avLst>
              <a:gd name="adj" fmla="val 2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0" y="2743200"/>
            <a:ext cx="2798064" cy="274320"/>
          </a:xfrm>
          <a:prstGeom prst="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68/100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3246120"/>
            <a:ext cx="4114800" cy="274320"/>
          </a:xfrm>
          <a:prstGeom prst="rect">
            <a:avLst>
              <a:gd name="adj" fmla="val 2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0" y="3246120"/>
            <a:ext cx="3209544" cy="274320"/>
          </a:xfrm>
          <a:prstGeom prst="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78/100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749040"/>
            <a:ext cx="6583680" cy="457200"/>
          </a:xfrm>
          <a:prstGeom prst="rect">
            <a:avLst>
              <a:gd name="adj" fmla="val 16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749040"/>
            <a:ext cx="914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综合评分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78.6 / 100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589520" y="1188720"/>
            <a:ext cx="1188720" cy="3017520"/>
          </a:xfrm>
          <a:prstGeom prst="rect">
            <a:avLst>
              <a:gd name="adj" fmla="val 615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80960" y="1280160"/>
            <a:ext cx="1005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报告特性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字段级建议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多轮追问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可操作性强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实时输出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 + 双模式运行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技术架构：Agent SDK 驱动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914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2801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1188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Vite 5 + TDesign + Tailwind 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1965960"/>
            <a:ext cx="914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0574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19659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4 + Agent SDK + SSE 流式推送 + SQLite 持久化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74320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743200"/>
            <a:ext cx="9144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2834640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2743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2743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33 + contextBridge 安全封装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520440"/>
            <a:ext cx="7680960" cy="594360"/>
          </a:xfrm>
          <a:prstGeom prst="rect">
            <a:avLst>
              <a:gd name="adj" fmla="val 1230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520440"/>
            <a:ext cx="914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5204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35204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  →  Express  →  Agent SDK query()  →  SSE 推送  →  实时渲染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3657600" cy="594360"/>
          </a:xfrm>
          <a:prstGeom prst="rect">
            <a:avLst>
              <a:gd name="adj" fmla="val 1230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251960"/>
            <a:ext cx="9144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519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权限模型：默认 / 自动编辑 / 仅规划 / 全部允许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251960"/>
            <a:ext cx="3749040" cy="594360"/>
          </a:xfrm>
          <a:prstGeom prst="rect">
            <a:avLst>
              <a:gd name="adj" fmla="val 1230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4251960"/>
            <a:ext cx="91440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251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双模式：pnpm dev (浏览器) | pnpm dev:electron (桌面端)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演示场景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实际检测效果展示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三步完成贯标检测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2606040" cy="1645920"/>
          </a:xfrm>
          <a:prstGeom prst="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3258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粘贴 DDL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CREATE TABLE 语句粘贴到输入框，或上传 SQL 文件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66160" y="1097280"/>
            <a:ext cx="2606040" cy="1645920"/>
          </a:xfrm>
          <a:prstGeom prst="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1097280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3258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自动检测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自动解析表结构，执行五大维度贯标检测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2606040" cy="1645920"/>
          </a:xfrm>
          <a:prstGeom prst="rect">
            <a:avLst>
              <a:gd name="adj" fmla="val 444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097280"/>
            <a:ext cx="26060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60920" y="13258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获取报告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实时输出检测结果、合规评分和改进建议，可多轮追问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017520"/>
            <a:ext cx="7680960" cy="457200"/>
          </a:xfrm>
          <a:prstGeom prst="rect">
            <a:avLst>
              <a:gd name="adj" fmla="val 16000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017520"/>
            <a:ext cx="7315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017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 A：新建表上线前合规检查   |   场景 B：存量表批量贯标审查   |   场景 C：贯标规则自定义配置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703320"/>
            <a:ext cx="768096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703320"/>
            <a:ext cx="9144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703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603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传统人工 2-3 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辅助 10 分钟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3703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效率提升 99%+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自动化数据库治理趋势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自动化数据库治理的未来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3931920" cy="2560320"/>
          </a:xfrm>
          <a:prstGeom prst="rect">
            <a:avLst>
              <a:gd name="adj" fmla="val 285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73152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2026年 60% AI 项目因数据质量失败</a:t>
            </a:r>
            <a:endParaRPr lang="en-US" sz="1100" dirty="0"/>
          </a:p>
          <a:p>
            <a:pPr lvl="1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Gartner 预测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声明式 + CI/CD 成标配</a:t>
            </a:r>
            <a:endParaRPr lang="en-US" sz="1100" dirty="0"/>
          </a:p>
          <a:p>
            <a:pPr lvl="1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Schema 验证左移到开发流程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自愈数据库系统</a:t>
            </a:r>
            <a:endParaRPr lang="en-US" sz="1100" dirty="0"/>
          </a:p>
          <a:p>
            <a:pPr lvl="1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监控 → 修复 → 验证 → 回滚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活跃元数据采用率年增长 70%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2560320"/>
          </a:xfrm>
          <a:prstGeom prst="rect">
            <a:avLst>
              <a:gd name="adj" fmla="val 2857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73152" cy="2560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产品规划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5544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v1.1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贯标规则持久化、批量检测、报告导出 PDF/Excel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v1.2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多数据库方言（MySQL/PG/Oracle）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可视化表结构图、CI/CD 集成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8046720" cy="640080"/>
          </a:xfrm>
          <a:prstGeom prst="rect">
            <a:avLst>
              <a:gd name="adj" fmla="val 11429"/>
            </a:avLst>
          </a:prstGeom>
          <a:solidFill>
            <a:srgbClr val="111827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40480"/>
            <a:ext cx="914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核心愿景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3840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让每一张数据库表都符合标准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828800" cy="18288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1828800" cy="18288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137160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让每一张表都符合标准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贯标助手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3291840"/>
            <a:ext cx="18288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CodeBuddy Agent SDK  |  React + Electron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github.com/XielyCoder/db-standard-checker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贯标助手 - 数据库表结构智能合规检测平台</dc:title>
  <dc:subject>PptxGenJS Presentation</dc:subject>
  <dc:creator>DB 贯标助手</dc:creator>
  <cp:lastModifiedBy>DB 贯标助手</cp:lastModifiedBy>
  <cp:revision>1</cp:revision>
  <dcterms:created xsi:type="dcterms:W3CDTF">2026-05-29T12:51:05Z</dcterms:created>
  <dcterms:modified xsi:type="dcterms:W3CDTF">2026-05-29T12:51:05Z</dcterms:modified>
</cp:coreProperties>
</file>