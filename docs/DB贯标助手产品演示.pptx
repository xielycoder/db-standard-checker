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4114800" y="731520"/>
            <a:ext cx="47548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48640"/>
            <a:ext cx="4114800" cy="3840480"/>
          </a:xfrm>
          <a:prstGeom prst="rect">
            <a:avLst/>
          </a:prstGeom>
          <a:solidFill>
            <a:srgbClr val="0B1120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371600"/>
            <a:ext cx="10972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贯标助手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产品演示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97280" y="2651760"/>
            <a:ext cx="22860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数据库表结构智能合规检测平台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三步完成贯标检测 · AI 驱动 · 五大维度全覆盖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3474720"/>
          </a:xfrm>
          <a:prstGeom prst="rect">
            <a:avLst>
              <a:gd name="adj" fmla="val 210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智能贯标检测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五大维度自动检测，输出合规评分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DDL 实时解析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粘贴 SQL 即可解析，零配置上手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多 Agent 协作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三种内置模式 + 可扩展模板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双模式运行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浏览器开发 + Electron 桌面端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97280"/>
            <a:ext cx="4023360" cy="27432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097280"/>
            <a:ext cx="4023360" cy="365760"/>
          </a:xfrm>
          <a:prstGeom prst="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贯标助手 - 主界面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三种内置检测模式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2697480" cy="3566160"/>
          </a:xfrm>
          <a:prstGeom prst="rect">
            <a:avLst>
              <a:gd name="adj" fmla="val 27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34440"/>
            <a:ext cx="2377440" cy="365760"/>
          </a:xfrm>
          <a:prstGeom prst="rect">
            <a:avLst>
              <a:gd name="adj" fmla="val 15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表结构贯标检测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377440" cy="137160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主检测 Agent，执行完整贯标检测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输出检测报告 + 合规评分 + 改进建议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1097280"/>
            <a:ext cx="2697480" cy="3566160"/>
          </a:xfrm>
          <a:prstGeom prst="rect">
            <a:avLst>
              <a:gd name="adj" fmla="val 27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09728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234440"/>
            <a:ext cx="2377440" cy="365760"/>
          </a:xfrm>
          <a:prstGeom prst="rect">
            <a:avLst>
              <a:gd name="adj" fmla="val 15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贯标规则配置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2377440" cy="137160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管理和自定义贯标规则体系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输出规则配置 JSON/YAML 导出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097280"/>
            <a:ext cx="2697480" cy="3566160"/>
          </a:xfrm>
          <a:prstGeom prst="rect">
            <a:avLst>
              <a:gd name="adj" fmla="val 27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097280"/>
            <a:ext cx="26974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5"/>
          <p:cNvSpPr/>
          <p:nvPr/>
        </p:nvSpPr>
        <p:spPr>
          <a:xfrm>
            <a:off x="6446520" y="1234440"/>
            <a:ext cx="2377440" cy="365760"/>
          </a:xfrm>
          <a:prstGeom prst="rect">
            <a:avLst>
              <a:gd name="adj" fmla="val 15000"/>
            </a:avLst>
          </a:prstGeom>
          <a:solidFill>
            <a:srgbClr val="EA580C">
              <a:alpha val="1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44652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解析分析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37360"/>
            <a:ext cx="2377440" cy="1371600"/>
          </a:xfrm>
          <a:prstGeom prst="ellipse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 SQL DDL 提取表结构信息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输出结构化表信息（字段/索引/约束）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1：粘贴 DDL 语句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5669280" cy="3474720"/>
          </a:xfrm>
          <a:prstGeom prst="rect">
            <a:avLst>
              <a:gd name="adj" fmla="val 210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5303520" cy="310896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097280"/>
            <a:ext cx="2011680" cy="3474720"/>
          </a:xfrm>
          <a:prstGeom prst="rect">
            <a:avLst>
              <a:gd name="adj" fmla="val 363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75120" y="109728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1234440"/>
            <a:ext cx="1554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操作说明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选择检测模式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粘贴 DDL 语句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或上传 SQL 文件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示例 DDL: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CREATE TABLE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user_order (...)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零配置上手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即粘即用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2：AI 自动检测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68880" cy="1234440"/>
          </a:xfrm>
          <a:prstGeom prst="rect">
            <a:avLst>
              <a:gd name="adj" fmla="val 592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表名/字段名/索引名格式检测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188720"/>
            <a:ext cx="2468880" cy="1234440"/>
          </a:xfrm>
          <a:prstGeom prst="rect">
            <a:avLst>
              <a:gd name="adj" fmla="val 592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188720"/>
            <a:ext cx="73152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13716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字段规范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主键/审计字段/类型规范检测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468880" cy="1234440"/>
          </a:xfrm>
          <a:prstGeom prst="rect">
            <a:avLst>
              <a:gd name="adj" fmla="val 592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索引规范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索引数量/联合索引/区分度检测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651760"/>
            <a:ext cx="2468880" cy="1234440"/>
          </a:xfrm>
          <a:prstGeom prst="rect">
            <a:avLst>
              <a:gd name="adj" fmla="val 592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2651760"/>
            <a:ext cx="73152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283464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外键/字段数/COMMENT检测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2651760"/>
            <a:ext cx="2468880" cy="1234440"/>
          </a:xfrm>
          <a:prstGeom prst="rect">
            <a:avLst>
              <a:gd name="adj" fmla="val 5926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2651760"/>
            <a:ext cx="73152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28346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605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加密/明文/敏感信息检测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206240"/>
            <a:ext cx="7680960" cy="594360"/>
          </a:xfrm>
          <a:prstGeom prst="rect">
            <a:avLst>
              <a:gd name="adj" fmla="val 1230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206240"/>
            <a:ext cx="91440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206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传统人工 2-3 天  →  AI 辅助 10 分钟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4206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效率提升 99%+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3：智能评分报告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143000"/>
            <a:ext cx="4114800" cy="274320"/>
          </a:xfrm>
          <a:prstGeom prst="rect">
            <a:avLst>
              <a:gd name="adj" fmla="val 2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1143000"/>
            <a:ext cx="3497580" cy="274320"/>
          </a:xfrm>
          <a:prstGeom prst="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85/100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字段规范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645920"/>
            <a:ext cx="4114800" cy="274320"/>
          </a:xfrm>
          <a:prstGeom prst="rect">
            <a:avLst>
              <a:gd name="adj" fmla="val 2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1645920"/>
            <a:ext cx="2962656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00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72/100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索引规范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2148840"/>
            <a:ext cx="4114800" cy="274320"/>
          </a:xfrm>
          <a:prstGeom prst="rect">
            <a:avLst>
              <a:gd name="adj" fmla="val 2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0" y="2148840"/>
            <a:ext cx="3703320" cy="274320"/>
          </a:xfrm>
          <a:prstGeom prst="rect">
            <a:avLst>
              <a:gd name="adj" fmla="val 13333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651760"/>
            <a:ext cx="4114800" cy="274320"/>
          </a:xfrm>
          <a:prstGeom prst="rect">
            <a:avLst>
              <a:gd name="adj" fmla="val 2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0" y="2651760"/>
            <a:ext cx="2798064" cy="274320"/>
          </a:xfrm>
          <a:prstGeom prst="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3154680"/>
            <a:ext cx="4114800" cy="274320"/>
          </a:xfrm>
          <a:prstGeom prst="rect">
            <a:avLst>
              <a:gd name="adj" fmla="val 2666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0" y="3154680"/>
            <a:ext cx="3209544" cy="274320"/>
          </a:xfrm>
          <a:prstGeom prst="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78/100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658368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657600"/>
            <a:ext cx="914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综合评分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78.6 / 100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89520" y="1097280"/>
            <a:ext cx="1188720" cy="3108960"/>
          </a:xfrm>
          <a:prstGeom prst="rect">
            <a:avLst>
              <a:gd name="adj" fmla="val 615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80960" y="1188720"/>
            <a:ext cx="1005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报告特性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字段级建议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多轮追问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改进建议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实时输出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SSE 流式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配置与规则管理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5029200" cy="3474720"/>
          </a:xfrm>
          <a:prstGeom prst="rect">
            <a:avLst>
              <a:gd name="adj" fmla="val 210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4663440" cy="30175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097280"/>
            <a:ext cx="2651760" cy="3474720"/>
          </a:xfrm>
          <a:prstGeom prst="rect">
            <a:avLst>
              <a:gd name="adj" fmla="val 275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1097280"/>
            <a:ext cx="73152" cy="3474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118872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可配置项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Agent 名称和图标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系统提示词 (System Prompt)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权限模式配置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API Key 管理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模型参数调整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四种权限模式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默认模式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自动编辑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仅规划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全部允许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914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280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1188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Vite 5 + TDesign + Tailwind 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6596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0574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19659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4 + Agent SDK + SSE 流式推送 + SQLite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74320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743200"/>
            <a:ext cx="9144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2834640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743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2743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33 + contextBridge 安全封装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520440"/>
            <a:ext cx="7680960" cy="594360"/>
          </a:xfrm>
          <a:prstGeom prst="rect">
            <a:avLst>
              <a:gd name="adj" fmla="val 1230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520440"/>
            <a:ext cx="914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520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35204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 → Express → Agent SDK query() → SSE 推送 → 实时渲染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97680"/>
            <a:ext cx="365760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297680"/>
            <a:ext cx="9144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97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dev (浏览器)  |  pnpm dev:electron (桌面端)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297680"/>
            <a:ext cx="374904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4297680"/>
            <a:ext cx="914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CodeBuddy Agent SDK v0.3.43+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28800" y="914400"/>
            <a:ext cx="5486400" cy="3291840"/>
          </a:xfrm>
          <a:prstGeom prst="rect">
            <a:avLst/>
          </a:prstGeom>
          <a:solidFill>
            <a:srgbClr val="0B1120">
              <a:alpha val="8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657600" y="118872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让每一张表都符合标准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贯标助手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CodeBuddy Agent SDK  |  React + Electron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github.com/XielyCoder/db-standard-checker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贯标助手 - 产品演示</dc:title>
  <dc:subject>PptxGenJS Presentation</dc:subject>
  <dc:creator>DB 贯标助手</dc:creator>
  <cp:lastModifiedBy>DB 贯标助手</cp:lastModifiedBy>
  <cp:revision>1</cp:revision>
  <dcterms:created xsi:type="dcterms:W3CDTF">2026-05-29T13:03:26Z</dcterms:created>
  <dcterms:modified xsi:type="dcterms:W3CDTF">2026-05-29T13:03:26Z</dcterms:modified>
</cp:coreProperties>
</file>